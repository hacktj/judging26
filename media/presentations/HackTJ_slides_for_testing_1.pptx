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63ad686e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63ad686e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c63ad686e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c63ad686e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HackTJ slides for testing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baurya shist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THERE IS A TRANSITION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is a picture to test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6075" y="1255450"/>
            <a:ext cx="5832076" cy="388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